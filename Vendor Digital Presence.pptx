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Franklin Gothic" panose="020B0604020202020204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h2u4W/Y9tqEmLFXjsY32l69DTC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14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Impact on Vendor Income After Digitization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Offline Only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01-4DA9-8A0F-327AF75D8B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Platform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01-4DA9-8A0F-327AF75D8B3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34326368"/>
        <c:axId val="1090553648"/>
      </c:lineChart>
      <c:catAx>
        <c:axId val="23432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0553648"/>
        <c:crosses val="autoZero"/>
        <c:auto val="1"/>
        <c:lblAlgn val="ctr"/>
        <c:lblOffset val="100"/>
        <c:noMultiLvlLbl val="0"/>
      </c:catAx>
      <c:valAx>
        <c:axId val="1090553648"/>
        <c:scaling>
          <c:orientation val="minMax"/>
          <c:max val="180"/>
          <c:min val="8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Relative Income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326368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DF713B-8FB4-4412-912E-46188EE8470C}" type="doc">
      <dgm:prSet loTypeId="urn:microsoft.com/office/officeart/2005/8/layout/bProcess3" loCatId="process" qsTypeId="urn:microsoft.com/office/officeart/2005/8/quickstyle/simple1" qsCatId="simple" csTypeId="urn:microsoft.com/office/officeart/2005/8/colors/colorful3" csCatId="colorful" phldr="1"/>
      <dgm:spPr/>
    </dgm:pt>
    <dgm:pt modelId="{59A74EF9-8A3F-4814-AAD7-AEED9D7FA3B6}">
      <dgm:prSet phldrT="[Text]"/>
      <dgm:spPr/>
      <dgm:t>
        <a:bodyPr/>
        <a:lstStyle/>
        <a:p>
          <a:r>
            <a:rPr lang="en-IN" dirty="0"/>
            <a:t>Vendor Onboarding</a:t>
          </a:r>
        </a:p>
      </dgm:t>
    </dgm:pt>
    <dgm:pt modelId="{3DC9F6DA-EF05-41AA-92E7-0012F6A389D2}" type="parTrans" cxnId="{349E4F78-6896-48BB-9B26-8365301788D0}">
      <dgm:prSet/>
      <dgm:spPr/>
      <dgm:t>
        <a:bodyPr/>
        <a:lstStyle/>
        <a:p>
          <a:endParaRPr lang="en-IN"/>
        </a:p>
      </dgm:t>
    </dgm:pt>
    <dgm:pt modelId="{7E7B3EFF-DC5A-4BC0-92E7-97886E386DD6}" type="sibTrans" cxnId="{349E4F78-6896-48BB-9B26-8365301788D0}">
      <dgm:prSet/>
      <dgm:spPr/>
      <dgm:t>
        <a:bodyPr/>
        <a:lstStyle/>
        <a:p>
          <a:endParaRPr lang="en-IN"/>
        </a:p>
      </dgm:t>
    </dgm:pt>
    <dgm:pt modelId="{BA1D417B-D768-4962-934F-AE2164BD45A1}">
      <dgm:prSet/>
      <dgm:spPr/>
      <dgm:t>
        <a:bodyPr/>
        <a:lstStyle/>
        <a:p>
          <a:r>
            <a:rPr lang="en-IN" dirty="0"/>
            <a:t>Product Listing</a:t>
          </a:r>
        </a:p>
      </dgm:t>
    </dgm:pt>
    <dgm:pt modelId="{A6052103-85D4-4734-9A61-118068E67CD9}" type="parTrans" cxnId="{B6A15A46-53FA-4DAD-AC89-9A2D0585632E}">
      <dgm:prSet/>
      <dgm:spPr/>
      <dgm:t>
        <a:bodyPr/>
        <a:lstStyle/>
        <a:p>
          <a:endParaRPr lang="en-IN"/>
        </a:p>
      </dgm:t>
    </dgm:pt>
    <dgm:pt modelId="{E3D08FA8-8C53-4295-A5C8-85319A3AF859}" type="sibTrans" cxnId="{B6A15A46-53FA-4DAD-AC89-9A2D0585632E}">
      <dgm:prSet/>
      <dgm:spPr/>
      <dgm:t>
        <a:bodyPr/>
        <a:lstStyle/>
        <a:p>
          <a:endParaRPr lang="en-IN"/>
        </a:p>
      </dgm:t>
    </dgm:pt>
    <dgm:pt modelId="{F657EB14-5017-4305-A772-6975996DC2B7}">
      <dgm:prSet/>
      <dgm:spPr/>
      <dgm:t>
        <a:bodyPr/>
        <a:lstStyle/>
        <a:p>
          <a:r>
            <a:rPr lang="en-IN" dirty="0"/>
            <a:t>Storefront Generation</a:t>
          </a:r>
        </a:p>
      </dgm:t>
    </dgm:pt>
    <dgm:pt modelId="{F8F1ECFA-F0CC-4AA3-A305-3A016F13DAC7}" type="parTrans" cxnId="{F2AAC646-75C8-4086-B307-6A81097CCA3D}">
      <dgm:prSet/>
      <dgm:spPr/>
      <dgm:t>
        <a:bodyPr/>
        <a:lstStyle/>
        <a:p>
          <a:endParaRPr lang="en-IN"/>
        </a:p>
      </dgm:t>
    </dgm:pt>
    <dgm:pt modelId="{42056B65-E8E2-4040-B5B7-A68529C49218}" type="sibTrans" cxnId="{F2AAC646-75C8-4086-B307-6A81097CCA3D}">
      <dgm:prSet/>
      <dgm:spPr/>
      <dgm:t>
        <a:bodyPr/>
        <a:lstStyle/>
        <a:p>
          <a:endParaRPr lang="en-IN"/>
        </a:p>
      </dgm:t>
    </dgm:pt>
    <dgm:pt modelId="{A5C65A61-3BB8-49EF-94E6-C16933CA6DE0}">
      <dgm:prSet/>
      <dgm:spPr/>
      <dgm:t>
        <a:bodyPr/>
        <a:lstStyle/>
        <a:p>
          <a:r>
            <a:rPr lang="en-IN" dirty="0"/>
            <a:t>Customer Discovery</a:t>
          </a:r>
        </a:p>
      </dgm:t>
    </dgm:pt>
    <dgm:pt modelId="{FE2A119E-0B3D-4851-A52E-D5D26FF9C41C}" type="parTrans" cxnId="{714A9124-B132-498C-97E8-8553F2ED221B}">
      <dgm:prSet/>
      <dgm:spPr/>
      <dgm:t>
        <a:bodyPr/>
        <a:lstStyle/>
        <a:p>
          <a:endParaRPr lang="en-IN"/>
        </a:p>
      </dgm:t>
    </dgm:pt>
    <dgm:pt modelId="{2C3F1751-1BEB-4AA0-A3E2-B4F0FA904E65}" type="sibTrans" cxnId="{714A9124-B132-498C-97E8-8553F2ED221B}">
      <dgm:prSet/>
      <dgm:spPr/>
      <dgm:t>
        <a:bodyPr/>
        <a:lstStyle/>
        <a:p>
          <a:endParaRPr lang="en-IN"/>
        </a:p>
      </dgm:t>
    </dgm:pt>
    <dgm:pt modelId="{FAFD9892-DD30-424A-9864-DC22B71F9757}">
      <dgm:prSet/>
      <dgm:spPr/>
      <dgm:t>
        <a:bodyPr/>
        <a:lstStyle/>
        <a:p>
          <a:r>
            <a:rPr lang="en-IN"/>
            <a:t>Order &amp; Payment</a:t>
          </a:r>
        </a:p>
      </dgm:t>
    </dgm:pt>
    <dgm:pt modelId="{8154A065-CB8E-4A6F-8160-A1E74EBD5A51}" type="parTrans" cxnId="{4CC04ABA-6F30-43C3-9922-67A0B97039B2}">
      <dgm:prSet/>
      <dgm:spPr/>
      <dgm:t>
        <a:bodyPr/>
        <a:lstStyle/>
        <a:p>
          <a:endParaRPr lang="en-IN"/>
        </a:p>
      </dgm:t>
    </dgm:pt>
    <dgm:pt modelId="{CBE7019B-6A4C-4A0F-B74C-AF11E4F5BC03}" type="sibTrans" cxnId="{4CC04ABA-6F30-43C3-9922-67A0B97039B2}">
      <dgm:prSet/>
      <dgm:spPr/>
      <dgm:t>
        <a:bodyPr/>
        <a:lstStyle/>
        <a:p>
          <a:endParaRPr lang="en-IN"/>
        </a:p>
      </dgm:t>
    </dgm:pt>
    <dgm:pt modelId="{3441A997-2CDE-4BAB-A6A2-96DDCE8D7384}">
      <dgm:prSet/>
      <dgm:spPr/>
      <dgm:t>
        <a:bodyPr/>
        <a:lstStyle/>
        <a:p>
          <a:r>
            <a:rPr lang="en-IN"/>
            <a:t>Fulfilment &amp; Feedback</a:t>
          </a:r>
        </a:p>
      </dgm:t>
    </dgm:pt>
    <dgm:pt modelId="{059F30C3-E2F9-4D09-A091-C84C6D1983AA}" type="parTrans" cxnId="{CF55C44A-9D95-4595-8BD3-5EBD53E1EE25}">
      <dgm:prSet/>
      <dgm:spPr/>
      <dgm:t>
        <a:bodyPr/>
        <a:lstStyle/>
        <a:p>
          <a:endParaRPr lang="en-IN"/>
        </a:p>
      </dgm:t>
    </dgm:pt>
    <dgm:pt modelId="{65BEADEB-E346-4FFE-A1F5-40C27F1BD84B}" type="sibTrans" cxnId="{CF55C44A-9D95-4595-8BD3-5EBD53E1EE25}">
      <dgm:prSet/>
      <dgm:spPr/>
      <dgm:t>
        <a:bodyPr/>
        <a:lstStyle/>
        <a:p>
          <a:endParaRPr lang="en-IN"/>
        </a:p>
      </dgm:t>
    </dgm:pt>
    <dgm:pt modelId="{6A1ABBD2-D8A2-43B4-8BB8-3BCE8A54F4CF}" type="pres">
      <dgm:prSet presAssocID="{5DDF713B-8FB4-4412-912E-46188EE8470C}" presName="Name0" presStyleCnt="0">
        <dgm:presLayoutVars>
          <dgm:dir/>
          <dgm:resizeHandles val="exact"/>
        </dgm:presLayoutVars>
      </dgm:prSet>
      <dgm:spPr/>
    </dgm:pt>
    <dgm:pt modelId="{E3C893EA-C211-4437-BD1E-A7C6C988C76D}" type="pres">
      <dgm:prSet presAssocID="{59A74EF9-8A3F-4814-AAD7-AEED9D7FA3B6}" presName="node" presStyleLbl="node1" presStyleIdx="0" presStyleCnt="6">
        <dgm:presLayoutVars>
          <dgm:bulletEnabled val="1"/>
        </dgm:presLayoutVars>
      </dgm:prSet>
      <dgm:spPr/>
    </dgm:pt>
    <dgm:pt modelId="{FBE395B7-EFF0-4BF7-A805-EC9FE07DD133}" type="pres">
      <dgm:prSet presAssocID="{7E7B3EFF-DC5A-4BC0-92E7-97886E386DD6}" presName="sibTrans" presStyleLbl="sibTrans1D1" presStyleIdx="0" presStyleCnt="5"/>
      <dgm:spPr/>
    </dgm:pt>
    <dgm:pt modelId="{5A7E52F8-89A3-4228-9E24-3B0AA837AFF1}" type="pres">
      <dgm:prSet presAssocID="{7E7B3EFF-DC5A-4BC0-92E7-97886E386DD6}" presName="connectorText" presStyleLbl="sibTrans1D1" presStyleIdx="0" presStyleCnt="5"/>
      <dgm:spPr/>
    </dgm:pt>
    <dgm:pt modelId="{6207B318-737A-4637-B282-48453AEFAB79}" type="pres">
      <dgm:prSet presAssocID="{BA1D417B-D768-4962-934F-AE2164BD45A1}" presName="node" presStyleLbl="node1" presStyleIdx="1" presStyleCnt="6">
        <dgm:presLayoutVars>
          <dgm:bulletEnabled val="1"/>
        </dgm:presLayoutVars>
      </dgm:prSet>
      <dgm:spPr/>
    </dgm:pt>
    <dgm:pt modelId="{4762EC1C-1877-4D34-89DE-33B9326A0DD3}" type="pres">
      <dgm:prSet presAssocID="{E3D08FA8-8C53-4295-A5C8-85319A3AF859}" presName="sibTrans" presStyleLbl="sibTrans1D1" presStyleIdx="1" presStyleCnt="5"/>
      <dgm:spPr/>
    </dgm:pt>
    <dgm:pt modelId="{8A369A52-9707-4FA5-AEA1-A1A7962E9C4A}" type="pres">
      <dgm:prSet presAssocID="{E3D08FA8-8C53-4295-A5C8-85319A3AF859}" presName="connectorText" presStyleLbl="sibTrans1D1" presStyleIdx="1" presStyleCnt="5"/>
      <dgm:spPr/>
    </dgm:pt>
    <dgm:pt modelId="{1FE17F8A-55CC-4A5D-9302-6C13078F8952}" type="pres">
      <dgm:prSet presAssocID="{F657EB14-5017-4305-A772-6975996DC2B7}" presName="node" presStyleLbl="node1" presStyleIdx="2" presStyleCnt="6">
        <dgm:presLayoutVars>
          <dgm:bulletEnabled val="1"/>
        </dgm:presLayoutVars>
      </dgm:prSet>
      <dgm:spPr/>
    </dgm:pt>
    <dgm:pt modelId="{66988C10-D56A-4FC6-8F87-1F3EC87A9E89}" type="pres">
      <dgm:prSet presAssocID="{42056B65-E8E2-4040-B5B7-A68529C49218}" presName="sibTrans" presStyleLbl="sibTrans1D1" presStyleIdx="2" presStyleCnt="5"/>
      <dgm:spPr/>
    </dgm:pt>
    <dgm:pt modelId="{19754CA6-6ABC-4167-B506-B77424150E40}" type="pres">
      <dgm:prSet presAssocID="{42056B65-E8E2-4040-B5B7-A68529C49218}" presName="connectorText" presStyleLbl="sibTrans1D1" presStyleIdx="2" presStyleCnt="5"/>
      <dgm:spPr/>
    </dgm:pt>
    <dgm:pt modelId="{C4488B4A-5A43-49C7-A488-0D4F60AB8E5F}" type="pres">
      <dgm:prSet presAssocID="{A5C65A61-3BB8-49EF-94E6-C16933CA6DE0}" presName="node" presStyleLbl="node1" presStyleIdx="3" presStyleCnt="6">
        <dgm:presLayoutVars>
          <dgm:bulletEnabled val="1"/>
        </dgm:presLayoutVars>
      </dgm:prSet>
      <dgm:spPr/>
    </dgm:pt>
    <dgm:pt modelId="{A58A24A8-9946-403C-A169-24DDD50FFE1A}" type="pres">
      <dgm:prSet presAssocID="{2C3F1751-1BEB-4AA0-A3E2-B4F0FA904E65}" presName="sibTrans" presStyleLbl="sibTrans1D1" presStyleIdx="3" presStyleCnt="5"/>
      <dgm:spPr/>
    </dgm:pt>
    <dgm:pt modelId="{1418DAC8-3FD1-4234-A48F-233D4D75A69B}" type="pres">
      <dgm:prSet presAssocID="{2C3F1751-1BEB-4AA0-A3E2-B4F0FA904E65}" presName="connectorText" presStyleLbl="sibTrans1D1" presStyleIdx="3" presStyleCnt="5"/>
      <dgm:spPr/>
    </dgm:pt>
    <dgm:pt modelId="{8EEAF0B4-150F-4AC4-BF92-DF5051BB7F9A}" type="pres">
      <dgm:prSet presAssocID="{FAFD9892-DD30-424A-9864-DC22B71F9757}" presName="node" presStyleLbl="node1" presStyleIdx="4" presStyleCnt="6">
        <dgm:presLayoutVars>
          <dgm:bulletEnabled val="1"/>
        </dgm:presLayoutVars>
      </dgm:prSet>
      <dgm:spPr/>
    </dgm:pt>
    <dgm:pt modelId="{B072E22E-AA7B-401E-BEF4-5ECD43B1D572}" type="pres">
      <dgm:prSet presAssocID="{CBE7019B-6A4C-4A0F-B74C-AF11E4F5BC03}" presName="sibTrans" presStyleLbl="sibTrans1D1" presStyleIdx="4" presStyleCnt="5"/>
      <dgm:spPr/>
    </dgm:pt>
    <dgm:pt modelId="{C6C09EB6-0BF8-4836-AECA-EABA5378F95B}" type="pres">
      <dgm:prSet presAssocID="{CBE7019B-6A4C-4A0F-B74C-AF11E4F5BC03}" presName="connectorText" presStyleLbl="sibTrans1D1" presStyleIdx="4" presStyleCnt="5"/>
      <dgm:spPr/>
    </dgm:pt>
    <dgm:pt modelId="{75673C18-1E1A-4A4E-82B6-0EA4DD2F88A8}" type="pres">
      <dgm:prSet presAssocID="{3441A997-2CDE-4BAB-A6A2-96DDCE8D7384}" presName="node" presStyleLbl="node1" presStyleIdx="5" presStyleCnt="6">
        <dgm:presLayoutVars>
          <dgm:bulletEnabled val="1"/>
        </dgm:presLayoutVars>
      </dgm:prSet>
      <dgm:spPr/>
    </dgm:pt>
  </dgm:ptLst>
  <dgm:cxnLst>
    <dgm:cxn modelId="{E8297A11-42E6-4ECD-9AAE-F86BC9DDF2B8}" type="presOf" srcId="{42056B65-E8E2-4040-B5B7-A68529C49218}" destId="{66988C10-D56A-4FC6-8F87-1F3EC87A9E89}" srcOrd="0" destOrd="0" presId="urn:microsoft.com/office/officeart/2005/8/layout/bProcess3"/>
    <dgm:cxn modelId="{53DCC918-C6F1-4C90-9209-78B8BB053024}" type="presOf" srcId="{BA1D417B-D768-4962-934F-AE2164BD45A1}" destId="{6207B318-737A-4637-B282-48453AEFAB79}" srcOrd="0" destOrd="0" presId="urn:microsoft.com/office/officeart/2005/8/layout/bProcess3"/>
    <dgm:cxn modelId="{BB04AD20-2676-4104-A5E8-8AA21EA6F6C5}" type="presOf" srcId="{A5C65A61-3BB8-49EF-94E6-C16933CA6DE0}" destId="{C4488B4A-5A43-49C7-A488-0D4F60AB8E5F}" srcOrd="0" destOrd="0" presId="urn:microsoft.com/office/officeart/2005/8/layout/bProcess3"/>
    <dgm:cxn modelId="{714A9124-B132-498C-97E8-8553F2ED221B}" srcId="{5DDF713B-8FB4-4412-912E-46188EE8470C}" destId="{A5C65A61-3BB8-49EF-94E6-C16933CA6DE0}" srcOrd="3" destOrd="0" parTransId="{FE2A119E-0B3D-4851-A52E-D5D26FF9C41C}" sibTransId="{2C3F1751-1BEB-4AA0-A3E2-B4F0FA904E65}"/>
    <dgm:cxn modelId="{3FA16A3D-73CD-4C2A-8C0A-EAFABD4B474D}" type="presOf" srcId="{FAFD9892-DD30-424A-9864-DC22B71F9757}" destId="{8EEAF0B4-150F-4AC4-BF92-DF5051BB7F9A}" srcOrd="0" destOrd="0" presId="urn:microsoft.com/office/officeart/2005/8/layout/bProcess3"/>
    <dgm:cxn modelId="{B6A15A46-53FA-4DAD-AC89-9A2D0585632E}" srcId="{5DDF713B-8FB4-4412-912E-46188EE8470C}" destId="{BA1D417B-D768-4962-934F-AE2164BD45A1}" srcOrd="1" destOrd="0" parTransId="{A6052103-85D4-4734-9A61-118068E67CD9}" sibTransId="{E3D08FA8-8C53-4295-A5C8-85319A3AF859}"/>
    <dgm:cxn modelId="{F2AAC646-75C8-4086-B307-6A81097CCA3D}" srcId="{5DDF713B-8FB4-4412-912E-46188EE8470C}" destId="{F657EB14-5017-4305-A772-6975996DC2B7}" srcOrd="2" destOrd="0" parTransId="{F8F1ECFA-F0CC-4AA3-A305-3A016F13DAC7}" sibTransId="{42056B65-E8E2-4040-B5B7-A68529C49218}"/>
    <dgm:cxn modelId="{CF55C44A-9D95-4595-8BD3-5EBD53E1EE25}" srcId="{5DDF713B-8FB4-4412-912E-46188EE8470C}" destId="{3441A997-2CDE-4BAB-A6A2-96DDCE8D7384}" srcOrd="5" destOrd="0" parTransId="{059F30C3-E2F9-4D09-A091-C84C6D1983AA}" sibTransId="{65BEADEB-E346-4FFE-A1F5-40C27F1BD84B}"/>
    <dgm:cxn modelId="{349E4F78-6896-48BB-9B26-8365301788D0}" srcId="{5DDF713B-8FB4-4412-912E-46188EE8470C}" destId="{59A74EF9-8A3F-4814-AAD7-AEED9D7FA3B6}" srcOrd="0" destOrd="0" parTransId="{3DC9F6DA-EF05-41AA-92E7-0012F6A389D2}" sibTransId="{7E7B3EFF-DC5A-4BC0-92E7-97886E386DD6}"/>
    <dgm:cxn modelId="{4EC7A881-DE53-446F-85F9-7F832BB54D7C}" type="presOf" srcId="{2C3F1751-1BEB-4AA0-A3E2-B4F0FA904E65}" destId="{A58A24A8-9946-403C-A169-24DDD50FFE1A}" srcOrd="0" destOrd="0" presId="urn:microsoft.com/office/officeart/2005/8/layout/bProcess3"/>
    <dgm:cxn modelId="{9DC53587-975B-4F50-9FE3-4B017D278180}" type="presOf" srcId="{F657EB14-5017-4305-A772-6975996DC2B7}" destId="{1FE17F8A-55CC-4A5D-9302-6C13078F8952}" srcOrd="0" destOrd="0" presId="urn:microsoft.com/office/officeart/2005/8/layout/bProcess3"/>
    <dgm:cxn modelId="{674B438F-2E2B-448E-9311-396559A45966}" type="presOf" srcId="{7E7B3EFF-DC5A-4BC0-92E7-97886E386DD6}" destId="{FBE395B7-EFF0-4BF7-A805-EC9FE07DD133}" srcOrd="0" destOrd="0" presId="urn:microsoft.com/office/officeart/2005/8/layout/bProcess3"/>
    <dgm:cxn modelId="{0477A5A8-F676-463C-83AC-E412B73A62F0}" type="presOf" srcId="{E3D08FA8-8C53-4295-A5C8-85319A3AF859}" destId="{8A369A52-9707-4FA5-AEA1-A1A7962E9C4A}" srcOrd="1" destOrd="0" presId="urn:microsoft.com/office/officeart/2005/8/layout/bProcess3"/>
    <dgm:cxn modelId="{E70F7DB5-33A5-4031-B32E-4DF9532780B2}" type="presOf" srcId="{E3D08FA8-8C53-4295-A5C8-85319A3AF859}" destId="{4762EC1C-1877-4D34-89DE-33B9326A0DD3}" srcOrd="0" destOrd="0" presId="urn:microsoft.com/office/officeart/2005/8/layout/bProcess3"/>
    <dgm:cxn modelId="{4CC04ABA-6F30-43C3-9922-67A0B97039B2}" srcId="{5DDF713B-8FB4-4412-912E-46188EE8470C}" destId="{FAFD9892-DD30-424A-9864-DC22B71F9757}" srcOrd="4" destOrd="0" parTransId="{8154A065-CB8E-4A6F-8160-A1E74EBD5A51}" sibTransId="{CBE7019B-6A4C-4A0F-B74C-AF11E4F5BC03}"/>
    <dgm:cxn modelId="{2A8074BF-389A-4C8A-B6A0-B6F2D869C1D0}" type="presOf" srcId="{2C3F1751-1BEB-4AA0-A3E2-B4F0FA904E65}" destId="{1418DAC8-3FD1-4234-A48F-233D4D75A69B}" srcOrd="1" destOrd="0" presId="urn:microsoft.com/office/officeart/2005/8/layout/bProcess3"/>
    <dgm:cxn modelId="{4D9E09C9-786E-4C4F-8C2F-D3C7D8E0AA73}" type="presOf" srcId="{42056B65-E8E2-4040-B5B7-A68529C49218}" destId="{19754CA6-6ABC-4167-B506-B77424150E40}" srcOrd="1" destOrd="0" presId="urn:microsoft.com/office/officeart/2005/8/layout/bProcess3"/>
    <dgm:cxn modelId="{E01189D0-4782-4357-8D7C-79DD399E9F05}" type="presOf" srcId="{7E7B3EFF-DC5A-4BC0-92E7-97886E386DD6}" destId="{5A7E52F8-89A3-4228-9E24-3B0AA837AFF1}" srcOrd="1" destOrd="0" presId="urn:microsoft.com/office/officeart/2005/8/layout/bProcess3"/>
    <dgm:cxn modelId="{6F35B8D3-372C-492E-91BD-B892D8FA7632}" type="presOf" srcId="{59A74EF9-8A3F-4814-AAD7-AEED9D7FA3B6}" destId="{E3C893EA-C211-4437-BD1E-A7C6C988C76D}" srcOrd="0" destOrd="0" presId="urn:microsoft.com/office/officeart/2005/8/layout/bProcess3"/>
    <dgm:cxn modelId="{197FD4E1-3041-49DF-9689-2AE475F3A17A}" type="presOf" srcId="{CBE7019B-6A4C-4A0F-B74C-AF11E4F5BC03}" destId="{B072E22E-AA7B-401E-BEF4-5ECD43B1D572}" srcOrd="0" destOrd="0" presId="urn:microsoft.com/office/officeart/2005/8/layout/bProcess3"/>
    <dgm:cxn modelId="{2C8EB1E3-FA97-4BCA-AE46-AD15980A2363}" type="presOf" srcId="{3441A997-2CDE-4BAB-A6A2-96DDCE8D7384}" destId="{75673C18-1E1A-4A4E-82B6-0EA4DD2F88A8}" srcOrd="0" destOrd="0" presId="urn:microsoft.com/office/officeart/2005/8/layout/bProcess3"/>
    <dgm:cxn modelId="{BB21B8E8-3C3D-4FB5-B60B-DB8504F3A37B}" type="presOf" srcId="{5DDF713B-8FB4-4412-912E-46188EE8470C}" destId="{6A1ABBD2-D8A2-43B4-8BB8-3BCE8A54F4CF}" srcOrd="0" destOrd="0" presId="urn:microsoft.com/office/officeart/2005/8/layout/bProcess3"/>
    <dgm:cxn modelId="{F87CCCFF-97F0-4F29-8136-06D00CA6C986}" type="presOf" srcId="{CBE7019B-6A4C-4A0F-B74C-AF11E4F5BC03}" destId="{C6C09EB6-0BF8-4836-AECA-EABA5378F95B}" srcOrd="1" destOrd="0" presId="urn:microsoft.com/office/officeart/2005/8/layout/bProcess3"/>
    <dgm:cxn modelId="{D42D2665-4F43-4FDA-B3E1-42A0828FE1FA}" type="presParOf" srcId="{6A1ABBD2-D8A2-43B4-8BB8-3BCE8A54F4CF}" destId="{E3C893EA-C211-4437-BD1E-A7C6C988C76D}" srcOrd="0" destOrd="0" presId="urn:microsoft.com/office/officeart/2005/8/layout/bProcess3"/>
    <dgm:cxn modelId="{27E32B20-92AE-44A5-954A-B44E2FBBE072}" type="presParOf" srcId="{6A1ABBD2-D8A2-43B4-8BB8-3BCE8A54F4CF}" destId="{FBE395B7-EFF0-4BF7-A805-EC9FE07DD133}" srcOrd="1" destOrd="0" presId="urn:microsoft.com/office/officeart/2005/8/layout/bProcess3"/>
    <dgm:cxn modelId="{8AF7F8B2-62C4-4621-B414-39FA963D98F8}" type="presParOf" srcId="{FBE395B7-EFF0-4BF7-A805-EC9FE07DD133}" destId="{5A7E52F8-89A3-4228-9E24-3B0AA837AFF1}" srcOrd="0" destOrd="0" presId="urn:microsoft.com/office/officeart/2005/8/layout/bProcess3"/>
    <dgm:cxn modelId="{393A9730-A9DF-4D47-8947-07B6A59A9FD4}" type="presParOf" srcId="{6A1ABBD2-D8A2-43B4-8BB8-3BCE8A54F4CF}" destId="{6207B318-737A-4637-B282-48453AEFAB79}" srcOrd="2" destOrd="0" presId="urn:microsoft.com/office/officeart/2005/8/layout/bProcess3"/>
    <dgm:cxn modelId="{52C8CDA9-F10D-492B-A77B-3838574F3142}" type="presParOf" srcId="{6A1ABBD2-D8A2-43B4-8BB8-3BCE8A54F4CF}" destId="{4762EC1C-1877-4D34-89DE-33B9326A0DD3}" srcOrd="3" destOrd="0" presId="urn:microsoft.com/office/officeart/2005/8/layout/bProcess3"/>
    <dgm:cxn modelId="{84971657-D71E-43BE-BBD0-0358748E24A8}" type="presParOf" srcId="{4762EC1C-1877-4D34-89DE-33B9326A0DD3}" destId="{8A369A52-9707-4FA5-AEA1-A1A7962E9C4A}" srcOrd="0" destOrd="0" presId="urn:microsoft.com/office/officeart/2005/8/layout/bProcess3"/>
    <dgm:cxn modelId="{B492E345-39C2-4F6D-8D9B-3CAFA5E88A58}" type="presParOf" srcId="{6A1ABBD2-D8A2-43B4-8BB8-3BCE8A54F4CF}" destId="{1FE17F8A-55CC-4A5D-9302-6C13078F8952}" srcOrd="4" destOrd="0" presId="urn:microsoft.com/office/officeart/2005/8/layout/bProcess3"/>
    <dgm:cxn modelId="{5EE333FD-33F2-4488-9B64-007FA745C1AD}" type="presParOf" srcId="{6A1ABBD2-D8A2-43B4-8BB8-3BCE8A54F4CF}" destId="{66988C10-D56A-4FC6-8F87-1F3EC87A9E89}" srcOrd="5" destOrd="0" presId="urn:microsoft.com/office/officeart/2005/8/layout/bProcess3"/>
    <dgm:cxn modelId="{24937539-4FBA-47F8-9D0C-22E153DBCE70}" type="presParOf" srcId="{66988C10-D56A-4FC6-8F87-1F3EC87A9E89}" destId="{19754CA6-6ABC-4167-B506-B77424150E40}" srcOrd="0" destOrd="0" presId="urn:microsoft.com/office/officeart/2005/8/layout/bProcess3"/>
    <dgm:cxn modelId="{80831D4D-FC4D-4D7B-9A83-DBA2E74D004D}" type="presParOf" srcId="{6A1ABBD2-D8A2-43B4-8BB8-3BCE8A54F4CF}" destId="{C4488B4A-5A43-49C7-A488-0D4F60AB8E5F}" srcOrd="6" destOrd="0" presId="urn:microsoft.com/office/officeart/2005/8/layout/bProcess3"/>
    <dgm:cxn modelId="{38690CDA-8EA2-460C-BFD0-AD76177F0BAE}" type="presParOf" srcId="{6A1ABBD2-D8A2-43B4-8BB8-3BCE8A54F4CF}" destId="{A58A24A8-9946-403C-A169-24DDD50FFE1A}" srcOrd="7" destOrd="0" presId="urn:microsoft.com/office/officeart/2005/8/layout/bProcess3"/>
    <dgm:cxn modelId="{98CEEC58-0D5D-4360-A158-C010C7424410}" type="presParOf" srcId="{A58A24A8-9946-403C-A169-24DDD50FFE1A}" destId="{1418DAC8-3FD1-4234-A48F-233D4D75A69B}" srcOrd="0" destOrd="0" presId="urn:microsoft.com/office/officeart/2005/8/layout/bProcess3"/>
    <dgm:cxn modelId="{59F1A011-7488-431C-A6A8-4D8F04AF7570}" type="presParOf" srcId="{6A1ABBD2-D8A2-43B4-8BB8-3BCE8A54F4CF}" destId="{8EEAF0B4-150F-4AC4-BF92-DF5051BB7F9A}" srcOrd="8" destOrd="0" presId="urn:microsoft.com/office/officeart/2005/8/layout/bProcess3"/>
    <dgm:cxn modelId="{E89CF65B-C32C-4E9D-9EE8-46457AC79E5C}" type="presParOf" srcId="{6A1ABBD2-D8A2-43B4-8BB8-3BCE8A54F4CF}" destId="{B072E22E-AA7B-401E-BEF4-5ECD43B1D572}" srcOrd="9" destOrd="0" presId="urn:microsoft.com/office/officeart/2005/8/layout/bProcess3"/>
    <dgm:cxn modelId="{52AA6345-174B-41FA-9DFF-5196A41E5D14}" type="presParOf" srcId="{B072E22E-AA7B-401E-BEF4-5ECD43B1D572}" destId="{C6C09EB6-0BF8-4836-AECA-EABA5378F95B}" srcOrd="0" destOrd="0" presId="urn:microsoft.com/office/officeart/2005/8/layout/bProcess3"/>
    <dgm:cxn modelId="{5B136602-1FD0-4362-9378-21261769AC4F}" type="presParOf" srcId="{6A1ABBD2-D8A2-43B4-8BB8-3BCE8A54F4CF}" destId="{75673C18-1E1A-4A4E-82B6-0EA4DD2F88A8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CE8CA5-A360-47FD-B820-F8F68D727631}" type="doc">
      <dgm:prSet loTypeId="urn:microsoft.com/office/officeart/2005/8/layout/pyramid2" loCatId="pyramid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BEE31B6-03D3-4CEB-97B4-2ECEACD53AD2}">
      <dgm:prSet phldrT="[Text]"/>
      <dgm:spPr/>
      <dgm:t>
        <a:bodyPr/>
        <a:lstStyle/>
        <a:p>
          <a:r>
            <a:rPr lang="en-IN"/>
            <a:t>Vendors</a:t>
          </a:r>
          <a:endParaRPr lang="en-IN" dirty="0"/>
        </a:p>
      </dgm:t>
    </dgm:pt>
    <dgm:pt modelId="{552DB289-0645-4DFD-A6AA-B8BF2A7864C2}" type="parTrans" cxnId="{6AA82A6B-7C97-44E0-BB09-BAFDD66D76B2}">
      <dgm:prSet/>
      <dgm:spPr/>
      <dgm:t>
        <a:bodyPr/>
        <a:lstStyle/>
        <a:p>
          <a:endParaRPr lang="en-IN"/>
        </a:p>
      </dgm:t>
    </dgm:pt>
    <dgm:pt modelId="{C31E9582-8B54-4196-8500-F82B3A3B4ABF}" type="sibTrans" cxnId="{6AA82A6B-7C97-44E0-BB09-BAFDD66D76B2}">
      <dgm:prSet/>
      <dgm:spPr/>
      <dgm:t>
        <a:bodyPr/>
        <a:lstStyle/>
        <a:p>
          <a:endParaRPr lang="en-IN"/>
        </a:p>
      </dgm:t>
    </dgm:pt>
    <dgm:pt modelId="{0C77D94E-EB48-4F64-8101-5927CC6003DD}">
      <dgm:prSet phldrT="[Text]"/>
      <dgm:spPr/>
      <dgm:t>
        <a:bodyPr/>
        <a:lstStyle/>
        <a:p>
          <a:r>
            <a:rPr lang="en-IN" dirty="0"/>
            <a:t>Platform </a:t>
          </a:r>
        </a:p>
      </dgm:t>
    </dgm:pt>
    <dgm:pt modelId="{A5DCA2FD-4D86-4597-82EF-16B7A22F3DD0}" type="parTrans" cxnId="{DA550E12-9508-4A4C-8AB6-CB1B53EC021E}">
      <dgm:prSet/>
      <dgm:spPr/>
      <dgm:t>
        <a:bodyPr/>
        <a:lstStyle/>
        <a:p>
          <a:endParaRPr lang="en-IN"/>
        </a:p>
      </dgm:t>
    </dgm:pt>
    <dgm:pt modelId="{06A26FE6-9348-4630-8B33-C4C2433C45FC}" type="sibTrans" cxnId="{DA550E12-9508-4A4C-8AB6-CB1B53EC021E}">
      <dgm:prSet/>
      <dgm:spPr/>
      <dgm:t>
        <a:bodyPr/>
        <a:lstStyle/>
        <a:p>
          <a:endParaRPr lang="en-IN"/>
        </a:p>
      </dgm:t>
    </dgm:pt>
    <dgm:pt modelId="{A0AD3830-D556-4A7D-A9E9-EB30B0941ED4}">
      <dgm:prSet phldrT="[Text]"/>
      <dgm:spPr/>
      <dgm:t>
        <a:bodyPr/>
        <a:lstStyle/>
        <a:p>
          <a:r>
            <a:rPr lang="en-IN" dirty="0"/>
            <a:t>Customers</a:t>
          </a:r>
        </a:p>
      </dgm:t>
    </dgm:pt>
    <dgm:pt modelId="{0EA3B105-302D-46F3-BEDF-A8FDC82839E3}" type="parTrans" cxnId="{FC8EB3E8-7293-47FD-A527-B0A023EA1003}">
      <dgm:prSet/>
      <dgm:spPr/>
      <dgm:t>
        <a:bodyPr/>
        <a:lstStyle/>
        <a:p>
          <a:endParaRPr lang="en-IN"/>
        </a:p>
      </dgm:t>
    </dgm:pt>
    <dgm:pt modelId="{56B433E5-0A6A-4032-888B-A26595CA195D}" type="sibTrans" cxnId="{FC8EB3E8-7293-47FD-A527-B0A023EA1003}">
      <dgm:prSet/>
      <dgm:spPr/>
      <dgm:t>
        <a:bodyPr/>
        <a:lstStyle/>
        <a:p>
          <a:endParaRPr lang="en-IN"/>
        </a:p>
      </dgm:t>
    </dgm:pt>
    <dgm:pt modelId="{BB75BC41-2B99-4F5D-98F7-AF945D907F91}">
      <dgm:prSet/>
      <dgm:spPr/>
      <dgm:t>
        <a:bodyPr/>
        <a:lstStyle/>
        <a:p>
          <a:r>
            <a:rPr lang="en-IN"/>
            <a:t>Orders</a:t>
          </a:r>
        </a:p>
      </dgm:t>
    </dgm:pt>
    <dgm:pt modelId="{309B07E4-D997-495E-B194-E019D585857C}" type="parTrans" cxnId="{0DF204DF-64EA-499B-AB48-7A4716213563}">
      <dgm:prSet/>
      <dgm:spPr/>
      <dgm:t>
        <a:bodyPr/>
        <a:lstStyle/>
        <a:p>
          <a:endParaRPr lang="en-IN"/>
        </a:p>
      </dgm:t>
    </dgm:pt>
    <dgm:pt modelId="{2E339A10-14A8-4CBF-8662-DEDDD33C65A8}" type="sibTrans" cxnId="{0DF204DF-64EA-499B-AB48-7A4716213563}">
      <dgm:prSet/>
      <dgm:spPr/>
      <dgm:t>
        <a:bodyPr/>
        <a:lstStyle/>
        <a:p>
          <a:endParaRPr lang="en-IN"/>
        </a:p>
      </dgm:t>
    </dgm:pt>
    <dgm:pt modelId="{C34D3EF2-4904-46F7-B260-291DC6C544D1}">
      <dgm:prSet/>
      <dgm:spPr/>
      <dgm:t>
        <a:bodyPr/>
        <a:lstStyle/>
        <a:p>
          <a:r>
            <a:rPr lang="en-IN" dirty="0"/>
            <a:t>Revenue</a:t>
          </a:r>
        </a:p>
      </dgm:t>
    </dgm:pt>
    <dgm:pt modelId="{D99FACBA-E8F8-441B-B548-1EA975F10BCB}" type="parTrans" cxnId="{7B99E523-CE92-4BE9-826B-1E88FBFB3631}">
      <dgm:prSet/>
      <dgm:spPr/>
      <dgm:t>
        <a:bodyPr/>
        <a:lstStyle/>
        <a:p>
          <a:endParaRPr lang="en-IN"/>
        </a:p>
      </dgm:t>
    </dgm:pt>
    <dgm:pt modelId="{571F51FF-35F1-4C1E-BC3E-E3AB42EF0FB8}" type="sibTrans" cxnId="{7B99E523-CE92-4BE9-826B-1E88FBFB3631}">
      <dgm:prSet/>
      <dgm:spPr/>
      <dgm:t>
        <a:bodyPr/>
        <a:lstStyle/>
        <a:p>
          <a:endParaRPr lang="en-IN"/>
        </a:p>
      </dgm:t>
    </dgm:pt>
    <dgm:pt modelId="{7768F43D-A7A7-4A7C-A78A-CC0B6370F5BE}">
      <dgm:prSet/>
      <dgm:spPr/>
      <dgm:t>
        <a:bodyPr/>
        <a:lstStyle/>
        <a:p>
          <a:r>
            <a:rPr lang="en-IN"/>
            <a:t>Vendors</a:t>
          </a:r>
          <a:endParaRPr lang="en-IN" dirty="0"/>
        </a:p>
      </dgm:t>
    </dgm:pt>
    <dgm:pt modelId="{1C94F8D0-37D4-4AE8-996E-A69904254289}" type="parTrans" cxnId="{32DC2A74-DEB0-421E-8E5F-8BD88625E8EA}">
      <dgm:prSet/>
      <dgm:spPr/>
      <dgm:t>
        <a:bodyPr/>
        <a:lstStyle/>
        <a:p>
          <a:endParaRPr lang="en-IN"/>
        </a:p>
      </dgm:t>
    </dgm:pt>
    <dgm:pt modelId="{09106C81-EEC8-41A1-8A39-01FA0749136A}" type="sibTrans" cxnId="{32DC2A74-DEB0-421E-8E5F-8BD88625E8EA}">
      <dgm:prSet/>
      <dgm:spPr/>
      <dgm:t>
        <a:bodyPr/>
        <a:lstStyle/>
        <a:p>
          <a:endParaRPr lang="en-IN"/>
        </a:p>
      </dgm:t>
    </dgm:pt>
    <dgm:pt modelId="{18953D88-DE83-485F-87F4-5938657ED6AF}" type="pres">
      <dgm:prSet presAssocID="{49CE8CA5-A360-47FD-B820-F8F68D727631}" presName="compositeShape" presStyleCnt="0">
        <dgm:presLayoutVars>
          <dgm:dir/>
          <dgm:resizeHandles/>
        </dgm:presLayoutVars>
      </dgm:prSet>
      <dgm:spPr/>
    </dgm:pt>
    <dgm:pt modelId="{A307FA5E-C792-48BA-A781-C8C659372FD6}" type="pres">
      <dgm:prSet presAssocID="{49CE8CA5-A360-47FD-B820-F8F68D727631}" presName="pyramid" presStyleLbl="node1" presStyleIdx="0" presStyleCnt="1" custScaleX="118063" custLinFactNeighborX="2984" custLinFactNeighborY="1327"/>
      <dgm:spPr/>
    </dgm:pt>
    <dgm:pt modelId="{B2F9E44B-3CE8-4983-9E05-5F9785DA8A46}" type="pres">
      <dgm:prSet presAssocID="{49CE8CA5-A360-47FD-B820-F8F68D727631}" presName="theList" presStyleCnt="0"/>
      <dgm:spPr/>
    </dgm:pt>
    <dgm:pt modelId="{EA4762B7-6F82-496E-A1B2-E7E09CEB8066}" type="pres">
      <dgm:prSet presAssocID="{6BEE31B6-03D3-4CEB-97B4-2ECEACD53AD2}" presName="aNode" presStyleLbl="fgAcc1" presStyleIdx="0" presStyleCnt="6">
        <dgm:presLayoutVars>
          <dgm:bulletEnabled val="1"/>
        </dgm:presLayoutVars>
      </dgm:prSet>
      <dgm:spPr/>
    </dgm:pt>
    <dgm:pt modelId="{E6376351-4F48-46A6-AEEC-C8DA8489ECF0}" type="pres">
      <dgm:prSet presAssocID="{6BEE31B6-03D3-4CEB-97B4-2ECEACD53AD2}" presName="aSpace" presStyleCnt="0"/>
      <dgm:spPr/>
    </dgm:pt>
    <dgm:pt modelId="{8808E240-A211-4961-B287-D897B18564FB}" type="pres">
      <dgm:prSet presAssocID="{0C77D94E-EB48-4F64-8101-5927CC6003DD}" presName="aNode" presStyleLbl="fgAcc1" presStyleIdx="1" presStyleCnt="6">
        <dgm:presLayoutVars>
          <dgm:bulletEnabled val="1"/>
        </dgm:presLayoutVars>
      </dgm:prSet>
      <dgm:spPr/>
    </dgm:pt>
    <dgm:pt modelId="{E3CD35C1-915F-4084-91A7-8938F0AFDC17}" type="pres">
      <dgm:prSet presAssocID="{0C77D94E-EB48-4F64-8101-5927CC6003DD}" presName="aSpace" presStyleCnt="0"/>
      <dgm:spPr/>
    </dgm:pt>
    <dgm:pt modelId="{D63BC91D-31E4-4351-9D99-15CCD3A1B893}" type="pres">
      <dgm:prSet presAssocID="{A0AD3830-D556-4A7D-A9E9-EB30B0941ED4}" presName="aNode" presStyleLbl="fgAcc1" presStyleIdx="2" presStyleCnt="6">
        <dgm:presLayoutVars>
          <dgm:bulletEnabled val="1"/>
        </dgm:presLayoutVars>
      </dgm:prSet>
      <dgm:spPr/>
    </dgm:pt>
    <dgm:pt modelId="{6BB21298-5438-4325-BA76-7AFDC847D82C}" type="pres">
      <dgm:prSet presAssocID="{A0AD3830-D556-4A7D-A9E9-EB30B0941ED4}" presName="aSpace" presStyleCnt="0"/>
      <dgm:spPr/>
    </dgm:pt>
    <dgm:pt modelId="{7DB9C9FC-0D67-43A9-95E9-F5EEA84EA230}" type="pres">
      <dgm:prSet presAssocID="{BB75BC41-2B99-4F5D-98F7-AF945D907F91}" presName="aNode" presStyleLbl="fgAcc1" presStyleIdx="3" presStyleCnt="6">
        <dgm:presLayoutVars>
          <dgm:bulletEnabled val="1"/>
        </dgm:presLayoutVars>
      </dgm:prSet>
      <dgm:spPr/>
    </dgm:pt>
    <dgm:pt modelId="{7417C2B4-DD0F-4BB1-8ADB-C64A1F127195}" type="pres">
      <dgm:prSet presAssocID="{BB75BC41-2B99-4F5D-98F7-AF945D907F91}" presName="aSpace" presStyleCnt="0"/>
      <dgm:spPr/>
    </dgm:pt>
    <dgm:pt modelId="{99EF58A7-A3F1-4423-A2D3-D3FBE48DB2DF}" type="pres">
      <dgm:prSet presAssocID="{C34D3EF2-4904-46F7-B260-291DC6C544D1}" presName="aNode" presStyleLbl="fgAcc1" presStyleIdx="4" presStyleCnt="6">
        <dgm:presLayoutVars>
          <dgm:bulletEnabled val="1"/>
        </dgm:presLayoutVars>
      </dgm:prSet>
      <dgm:spPr/>
    </dgm:pt>
    <dgm:pt modelId="{50C0B995-C121-4E6E-A2A5-8F71B8E0B378}" type="pres">
      <dgm:prSet presAssocID="{C34D3EF2-4904-46F7-B260-291DC6C544D1}" presName="aSpace" presStyleCnt="0"/>
      <dgm:spPr/>
    </dgm:pt>
    <dgm:pt modelId="{99FBCA2E-CEB3-4708-8CAC-A9442685EF2E}" type="pres">
      <dgm:prSet presAssocID="{7768F43D-A7A7-4A7C-A78A-CC0B6370F5BE}" presName="aNode" presStyleLbl="fgAcc1" presStyleIdx="5" presStyleCnt="6">
        <dgm:presLayoutVars>
          <dgm:bulletEnabled val="1"/>
        </dgm:presLayoutVars>
      </dgm:prSet>
      <dgm:spPr/>
    </dgm:pt>
    <dgm:pt modelId="{4F471E64-753A-4E15-A9EA-F4AFBFB2E06B}" type="pres">
      <dgm:prSet presAssocID="{7768F43D-A7A7-4A7C-A78A-CC0B6370F5BE}" presName="aSpace" presStyleCnt="0"/>
      <dgm:spPr/>
    </dgm:pt>
  </dgm:ptLst>
  <dgm:cxnLst>
    <dgm:cxn modelId="{DA550E12-9508-4A4C-8AB6-CB1B53EC021E}" srcId="{49CE8CA5-A360-47FD-B820-F8F68D727631}" destId="{0C77D94E-EB48-4F64-8101-5927CC6003DD}" srcOrd="1" destOrd="0" parTransId="{A5DCA2FD-4D86-4597-82EF-16B7A22F3DD0}" sibTransId="{06A26FE6-9348-4630-8B33-C4C2433C45FC}"/>
    <dgm:cxn modelId="{7B99E523-CE92-4BE9-826B-1E88FBFB3631}" srcId="{49CE8CA5-A360-47FD-B820-F8F68D727631}" destId="{C34D3EF2-4904-46F7-B260-291DC6C544D1}" srcOrd="4" destOrd="0" parTransId="{D99FACBA-E8F8-441B-B548-1EA975F10BCB}" sibTransId="{571F51FF-35F1-4C1E-BC3E-E3AB42EF0FB8}"/>
    <dgm:cxn modelId="{679B625D-44F7-43E2-9268-C1DCF9DBA930}" type="presOf" srcId="{A0AD3830-D556-4A7D-A9E9-EB30B0941ED4}" destId="{D63BC91D-31E4-4351-9D99-15CCD3A1B893}" srcOrd="0" destOrd="0" presId="urn:microsoft.com/office/officeart/2005/8/layout/pyramid2"/>
    <dgm:cxn modelId="{02A7E648-520F-4BB3-AD5A-4BA81FB33CCF}" type="presOf" srcId="{49CE8CA5-A360-47FD-B820-F8F68D727631}" destId="{18953D88-DE83-485F-87F4-5938657ED6AF}" srcOrd="0" destOrd="0" presId="urn:microsoft.com/office/officeart/2005/8/layout/pyramid2"/>
    <dgm:cxn modelId="{6AA82A6B-7C97-44E0-BB09-BAFDD66D76B2}" srcId="{49CE8CA5-A360-47FD-B820-F8F68D727631}" destId="{6BEE31B6-03D3-4CEB-97B4-2ECEACD53AD2}" srcOrd="0" destOrd="0" parTransId="{552DB289-0645-4DFD-A6AA-B8BF2A7864C2}" sibTransId="{C31E9582-8B54-4196-8500-F82B3A3B4ABF}"/>
    <dgm:cxn modelId="{DC79E250-2ECA-4448-8A27-51B2433CE364}" type="presOf" srcId="{0C77D94E-EB48-4F64-8101-5927CC6003DD}" destId="{8808E240-A211-4961-B287-D897B18564FB}" srcOrd="0" destOrd="0" presId="urn:microsoft.com/office/officeart/2005/8/layout/pyramid2"/>
    <dgm:cxn modelId="{32DC2A74-DEB0-421E-8E5F-8BD88625E8EA}" srcId="{49CE8CA5-A360-47FD-B820-F8F68D727631}" destId="{7768F43D-A7A7-4A7C-A78A-CC0B6370F5BE}" srcOrd="5" destOrd="0" parTransId="{1C94F8D0-37D4-4AE8-996E-A69904254289}" sibTransId="{09106C81-EEC8-41A1-8A39-01FA0749136A}"/>
    <dgm:cxn modelId="{65B0D6AB-1791-4D5B-A60D-D91C4826AF28}" type="presOf" srcId="{7768F43D-A7A7-4A7C-A78A-CC0B6370F5BE}" destId="{99FBCA2E-CEB3-4708-8CAC-A9442685EF2E}" srcOrd="0" destOrd="0" presId="urn:microsoft.com/office/officeart/2005/8/layout/pyramid2"/>
    <dgm:cxn modelId="{65436BB0-EBD9-4092-BC02-585420CDB913}" type="presOf" srcId="{C34D3EF2-4904-46F7-B260-291DC6C544D1}" destId="{99EF58A7-A3F1-4423-A2D3-D3FBE48DB2DF}" srcOrd="0" destOrd="0" presId="urn:microsoft.com/office/officeart/2005/8/layout/pyramid2"/>
    <dgm:cxn modelId="{0DF204DF-64EA-499B-AB48-7A4716213563}" srcId="{49CE8CA5-A360-47FD-B820-F8F68D727631}" destId="{BB75BC41-2B99-4F5D-98F7-AF945D907F91}" srcOrd="3" destOrd="0" parTransId="{309B07E4-D997-495E-B194-E019D585857C}" sibTransId="{2E339A10-14A8-4CBF-8662-DEDDD33C65A8}"/>
    <dgm:cxn modelId="{FC8EB3E8-7293-47FD-A527-B0A023EA1003}" srcId="{49CE8CA5-A360-47FD-B820-F8F68D727631}" destId="{A0AD3830-D556-4A7D-A9E9-EB30B0941ED4}" srcOrd="2" destOrd="0" parTransId="{0EA3B105-302D-46F3-BEDF-A8FDC82839E3}" sibTransId="{56B433E5-0A6A-4032-888B-A26595CA195D}"/>
    <dgm:cxn modelId="{4D7E8BEB-6CC6-40FA-88D2-E61E6D2687A8}" type="presOf" srcId="{BB75BC41-2B99-4F5D-98F7-AF945D907F91}" destId="{7DB9C9FC-0D67-43A9-95E9-F5EEA84EA230}" srcOrd="0" destOrd="0" presId="urn:microsoft.com/office/officeart/2005/8/layout/pyramid2"/>
    <dgm:cxn modelId="{EADD1CFD-350B-4447-9596-4AE263937A42}" type="presOf" srcId="{6BEE31B6-03D3-4CEB-97B4-2ECEACD53AD2}" destId="{EA4762B7-6F82-496E-A1B2-E7E09CEB8066}" srcOrd="0" destOrd="0" presId="urn:microsoft.com/office/officeart/2005/8/layout/pyramid2"/>
    <dgm:cxn modelId="{0D3FAF58-D28D-462C-B82F-503856E792AD}" type="presParOf" srcId="{18953D88-DE83-485F-87F4-5938657ED6AF}" destId="{A307FA5E-C792-48BA-A781-C8C659372FD6}" srcOrd="0" destOrd="0" presId="urn:microsoft.com/office/officeart/2005/8/layout/pyramid2"/>
    <dgm:cxn modelId="{78A19702-A8DE-4C46-8FBB-352A2F1AFC78}" type="presParOf" srcId="{18953D88-DE83-485F-87F4-5938657ED6AF}" destId="{B2F9E44B-3CE8-4983-9E05-5F9785DA8A46}" srcOrd="1" destOrd="0" presId="urn:microsoft.com/office/officeart/2005/8/layout/pyramid2"/>
    <dgm:cxn modelId="{A5A676DB-CD5A-41A8-8A0B-9AD8A4EBB405}" type="presParOf" srcId="{B2F9E44B-3CE8-4983-9E05-5F9785DA8A46}" destId="{EA4762B7-6F82-496E-A1B2-E7E09CEB8066}" srcOrd="0" destOrd="0" presId="urn:microsoft.com/office/officeart/2005/8/layout/pyramid2"/>
    <dgm:cxn modelId="{BC9125C0-E2A6-40BE-8767-1B26F6348002}" type="presParOf" srcId="{B2F9E44B-3CE8-4983-9E05-5F9785DA8A46}" destId="{E6376351-4F48-46A6-AEEC-C8DA8489ECF0}" srcOrd="1" destOrd="0" presId="urn:microsoft.com/office/officeart/2005/8/layout/pyramid2"/>
    <dgm:cxn modelId="{EE80ADE4-D2EE-44B9-8444-63BC91579FCA}" type="presParOf" srcId="{B2F9E44B-3CE8-4983-9E05-5F9785DA8A46}" destId="{8808E240-A211-4961-B287-D897B18564FB}" srcOrd="2" destOrd="0" presId="urn:microsoft.com/office/officeart/2005/8/layout/pyramid2"/>
    <dgm:cxn modelId="{ABA4C02C-9F14-4B10-B975-8E0966FC8B75}" type="presParOf" srcId="{B2F9E44B-3CE8-4983-9E05-5F9785DA8A46}" destId="{E3CD35C1-915F-4084-91A7-8938F0AFDC17}" srcOrd="3" destOrd="0" presId="urn:microsoft.com/office/officeart/2005/8/layout/pyramid2"/>
    <dgm:cxn modelId="{D7EA1678-AD59-4068-94B4-BDE15C029543}" type="presParOf" srcId="{B2F9E44B-3CE8-4983-9E05-5F9785DA8A46}" destId="{D63BC91D-31E4-4351-9D99-15CCD3A1B893}" srcOrd="4" destOrd="0" presId="urn:microsoft.com/office/officeart/2005/8/layout/pyramid2"/>
    <dgm:cxn modelId="{B4D47A67-C3F7-46DF-BB65-8E7CDCBD1192}" type="presParOf" srcId="{B2F9E44B-3CE8-4983-9E05-5F9785DA8A46}" destId="{6BB21298-5438-4325-BA76-7AFDC847D82C}" srcOrd="5" destOrd="0" presId="urn:microsoft.com/office/officeart/2005/8/layout/pyramid2"/>
    <dgm:cxn modelId="{B6F795CB-E215-4906-B7A7-D3575858273F}" type="presParOf" srcId="{B2F9E44B-3CE8-4983-9E05-5F9785DA8A46}" destId="{7DB9C9FC-0D67-43A9-95E9-F5EEA84EA230}" srcOrd="6" destOrd="0" presId="urn:microsoft.com/office/officeart/2005/8/layout/pyramid2"/>
    <dgm:cxn modelId="{7C32209B-DE87-4FA4-8CBF-08A00E120B02}" type="presParOf" srcId="{B2F9E44B-3CE8-4983-9E05-5F9785DA8A46}" destId="{7417C2B4-DD0F-4BB1-8ADB-C64A1F127195}" srcOrd="7" destOrd="0" presId="urn:microsoft.com/office/officeart/2005/8/layout/pyramid2"/>
    <dgm:cxn modelId="{9FA2ABAD-C2BB-418E-B611-1D7CFD24BF1D}" type="presParOf" srcId="{B2F9E44B-3CE8-4983-9E05-5F9785DA8A46}" destId="{99EF58A7-A3F1-4423-A2D3-D3FBE48DB2DF}" srcOrd="8" destOrd="0" presId="urn:microsoft.com/office/officeart/2005/8/layout/pyramid2"/>
    <dgm:cxn modelId="{9DB4190C-CE24-4C38-BAFB-E13C67FBE905}" type="presParOf" srcId="{B2F9E44B-3CE8-4983-9E05-5F9785DA8A46}" destId="{50C0B995-C121-4E6E-A2A5-8F71B8E0B378}" srcOrd="9" destOrd="0" presId="urn:microsoft.com/office/officeart/2005/8/layout/pyramid2"/>
    <dgm:cxn modelId="{E396F0CF-11CD-48C6-A936-534B6BE3F43B}" type="presParOf" srcId="{B2F9E44B-3CE8-4983-9E05-5F9785DA8A46}" destId="{99FBCA2E-CEB3-4708-8CAC-A9442685EF2E}" srcOrd="10" destOrd="0" presId="urn:microsoft.com/office/officeart/2005/8/layout/pyramid2"/>
    <dgm:cxn modelId="{A8FC84A7-C9CD-4F71-887C-0A662A09B51D}" type="presParOf" srcId="{B2F9E44B-3CE8-4983-9E05-5F9785DA8A46}" destId="{4F471E64-753A-4E15-A9EA-F4AFBFB2E06B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395B7-EFF0-4BF7-A805-EC9FE07DD133}">
      <dsp:nvSpPr>
        <dsp:cNvPr id="0" name=""/>
        <dsp:cNvSpPr/>
      </dsp:nvSpPr>
      <dsp:spPr>
        <a:xfrm>
          <a:off x="2328399" y="401163"/>
          <a:ext cx="310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033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75043" y="445178"/>
        <a:ext cx="17046" cy="3409"/>
      </dsp:txXfrm>
    </dsp:sp>
    <dsp:sp modelId="{E3C893EA-C211-4437-BD1E-A7C6C988C76D}">
      <dsp:nvSpPr>
        <dsp:cNvPr id="0" name=""/>
        <dsp:cNvSpPr/>
      </dsp:nvSpPr>
      <dsp:spPr>
        <a:xfrm>
          <a:off x="847870" y="2184"/>
          <a:ext cx="1482328" cy="8893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Vendor Onboarding</a:t>
          </a:r>
        </a:p>
      </dsp:txBody>
      <dsp:txXfrm>
        <a:off x="847870" y="2184"/>
        <a:ext cx="1482328" cy="889397"/>
      </dsp:txXfrm>
    </dsp:sp>
    <dsp:sp modelId="{4762EC1C-1877-4D34-89DE-33B9326A0DD3}">
      <dsp:nvSpPr>
        <dsp:cNvPr id="0" name=""/>
        <dsp:cNvSpPr/>
      </dsp:nvSpPr>
      <dsp:spPr>
        <a:xfrm>
          <a:off x="1589034" y="889782"/>
          <a:ext cx="1823264" cy="310335"/>
        </a:xfrm>
        <a:custGeom>
          <a:avLst/>
          <a:gdLst/>
          <a:ahLst/>
          <a:cxnLst/>
          <a:rect l="0" t="0" r="0" b="0"/>
          <a:pathLst>
            <a:path>
              <a:moveTo>
                <a:pt x="1823264" y="0"/>
              </a:moveTo>
              <a:lnTo>
                <a:pt x="1823264" y="172267"/>
              </a:lnTo>
              <a:lnTo>
                <a:pt x="0" y="172267"/>
              </a:lnTo>
              <a:lnTo>
                <a:pt x="0" y="310335"/>
              </a:lnTo>
            </a:path>
          </a:pathLst>
        </a:custGeom>
        <a:noFill/>
        <a:ln w="9525" cap="flat" cmpd="sng" algn="ctr">
          <a:solidFill>
            <a:schemeClr val="accent3">
              <a:hueOff val="189320"/>
              <a:satOff val="2476"/>
              <a:lumOff val="-30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54295" y="1043245"/>
        <a:ext cx="92743" cy="3409"/>
      </dsp:txXfrm>
    </dsp:sp>
    <dsp:sp modelId="{6207B318-737A-4637-B282-48453AEFAB79}">
      <dsp:nvSpPr>
        <dsp:cNvPr id="0" name=""/>
        <dsp:cNvSpPr/>
      </dsp:nvSpPr>
      <dsp:spPr>
        <a:xfrm>
          <a:off x="2671134" y="2184"/>
          <a:ext cx="1482328" cy="889397"/>
        </a:xfrm>
        <a:prstGeom prst="rect">
          <a:avLst/>
        </a:prstGeom>
        <a:solidFill>
          <a:schemeClr val="accent3">
            <a:hueOff val="151456"/>
            <a:satOff val="1981"/>
            <a:lumOff val="-2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Product Listing</a:t>
          </a:r>
        </a:p>
      </dsp:txBody>
      <dsp:txXfrm>
        <a:off x="2671134" y="2184"/>
        <a:ext cx="1482328" cy="889397"/>
      </dsp:txXfrm>
    </dsp:sp>
    <dsp:sp modelId="{66988C10-D56A-4FC6-8F87-1F3EC87A9E89}">
      <dsp:nvSpPr>
        <dsp:cNvPr id="0" name=""/>
        <dsp:cNvSpPr/>
      </dsp:nvSpPr>
      <dsp:spPr>
        <a:xfrm>
          <a:off x="2328399" y="1631496"/>
          <a:ext cx="310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0335" y="45720"/>
              </a:lnTo>
            </a:path>
          </a:pathLst>
        </a:custGeom>
        <a:noFill/>
        <a:ln w="9525" cap="flat" cmpd="sng" algn="ctr">
          <a:solidFill>
            <a:schemeClr val="accent3">
              <a:hueOff val="378640"/>
              <a:satOff val="4952"/>
              <a:lumOff val="-60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75043" y="1675511"/>
        <a:ext cx="17046" cy="3409"/>
      </dsp:txXfrm>
    </dsp:sp>
    <dsp:sp modelId="{1FE17F8A-55CC-4A5D-9302-6C13078F8952}">
      <dsp:nvSpPr>
        <dsp:cNvPr id="0" name=""/>
        <dsp:cNvSpPr/>
      </dsp:nvSpPr>
      <dsp:spPr>
        <a:xfrm>
          <a:off x="847870" y="1232517"/>
          <a:ext cx="1482328" cy="889397"/>
        </a:xfrm>
        <a:prstGeom prst="rect">
          <a:avLst/>
        </a:prstGeom>
        <a:solidFill>
          <a:schemeClr val="accent3">
            <a:hueOff val="302912"/>
            <a:satOff val="3961"/>
            <a:lumOff val="-4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Storefront Generation</a:t>
          </a:r>
        </a:p>
      </dsp:txBody>
      <dsp:txXfrm>
        <a:off x="847870" y="1232517"/>
        <a:ext cx="1482328" cy="889397"/>
      </dsp:txXfrm>
    </dsp:sp>
    <dsp:sp modelId="{A58A24A8-9946-403C-A169-24DDD50FFE1A}">
      <dsp:nvSpPr>
        <dsp:cNvPr id="0" name=""/>
        <dsp:cNvSpPr/>
      </dsp:nvSpPr>
      <dsp:spPr>
        <a:xfrm>
          <a:off x="1589034" y="2120115"/>
          <a:ext cx="1823264" cy="310335"/>
        </a:xfrm>
        <a:custGeom>
          <a:avLst/>
          <a:gdLst/>
          <a:ahLst/>
          <a:cxnLst/>
          <a:rect l="0" t="0" r="0" b="0"/>
          <a:pathLst>
            <a:path>
              <a:moveTo>
                <a:pt x="1823264" y="0"/>
              </a:moveTo>
              <a:lnTo>
                <a:pt x="1823264" y="172267"/>
              </a:lnTo>
              <a:lnTo>
                <a:pt x="0" y="172267"/>
              </a:lnTo>
              <a:lnTo>
                <a:pt x="0" y="310335"/>
              </a:lnTo>
            </a:path>
          </a:pathLst>
        </a:custGeom>
        <a:noFill/>
        <a:ln w="9525" cap="flat" cmpd="sng" algn="ctr">
          <a:solidFill>
            <a:schemeClr val="accent3">
              <a:hueOff val="567960"/>
              <a:satOff val="7427"/>
              <a:lumOff val="-911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54295" y="2273578"/>
        <a:ext cx="92743" cy="3409"/>
      </dsp:txXfrm>
    </dsp:sp>
    <dsp:sp modelId="{C4488B4A-5A43-49C7-A488-0D4F60AB8E5F}">
      <dsp:nvSpPr>
        <dsp:cNvPr id="0" name=""/>
        <dsp:cNvSpPr/>
      </dsp:nvSpPr>
      <dsp:spPr>
        <a:xfrm>
          <a:off x="2671134" y="1232517"/>
          <a:ext cx="1482328" cy="889397"/>
        </a:xfrm>
        <a:prstGeom prst="rect">
          <a:avLst/>
        </a:prstGeom>
        <a:solidFill>
          <a:schemeClr val="accent3">
            <a:hueOff val="454368"/>
            <a:satOff val="5942"/>
            <a:lumOff val="-7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Customer Discovery</a:t>
          </a:r>
        </a:p>
      </dsp:txBody>
      <dsp:txXfrm>
        <a:off x="2671134" y="1232517"/>
        <a:ext cx="1482328" cy="889397"/>
      </dsp:txXfrm>
    </dsp:sp>
    <dsp:sp modelId="{B072E22E-AA7B-401E-BEF4-5ECD43B1D572}">
      <dsp:nvSpPr>
        <dsp:cNvPr id="0" name=""/>
        <dsp:cNvSpPr/>
      </dsp:nvSpPr>
      <dsp:spPr>
        <a:xfrm>
          <a:off x="2328399" y="2861829"/>
          <a:ext cx="3103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0335" y="45720"/>
              </a:lnTo>
            </a:path>
          </a:pathLst>
        </a:custGeom>
        <a:noFill/>
        <a:ln w="9525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475043" y="2905844"/>
        <a:ext cx="17046" cy="3409"/>
      </dsp:txXfrm>
    </dsp:sp>
    <dsp:sp modelId="{8EEAF0B4-150F-4AC4-BF92-DF5051BB7F9A}">
      <dsp:nvSpPr>
        <dsp:cNvPr id="0" name=""/>
        <dsp:cNvSpPr/>
      </dsp:nvSpPr>
      <dsp:spPr>
        <a:xfrm>
          <a:off x="847870" y="2462850"/>
          <a:ext cx="1482328" cy="889397"/>
        </a:xfrm>
        <a:prstGeom prst="rect">
          <a:avLst/>
        </a:prstGeom>
        <a:solidFill>
          <a:schemeClr val="accent3">
            <a:hueOff val="605823"/>
            <a:satOff val="7922"/>
            <a:lumOff val="-9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Order &amp; Payment</a:t>
          </a:r>
        </a:p>
      </dsp:txBody>
      <dsp:txXfrm>
        <a:off x="847870" y="2462850"/>
        <a:ext cx="1482328" cy="889397"/>
      </dsp:txXfrm>
    </dsp:sp>
    <dsp:sp modelId="{75673C18-1E1A-4A4E-82B6-0EA4DD2F88A8}">
      <dsp:nvSpPr>
        <dsp:cNvPr id="0" name=""/>
        <dsp:cNvSpPr/>
      </dsp:nvSpPr>
      <dsp:spPr>
        <a:xfrm>
          <a:off x="2671134" y="2462850"/>
          <a:ext cx="1482328" cy="889397"/>
        </a:xfrm>
        <a:prstGeom prst="rect">
          <a:avLst/>
        </a:prstGeom>
        <a:solidFill>
          <a:schemeClr val="accent3">
            <a:hueOff val="757279"/>
            <a:satOff val="9903"/>
            <a:lumOff val="-1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Fulfilment &amp; Feedback</a:t>
          </a:r>
        </a:p>
      </dsp:txBody>
      <dsp:txXfrm>
        <a:off x="2671134" y="2462850"/>
        <a:ext cx="1482328" cy="8893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7FA5E-C792-48BA-A781-C8C659372FD6}">
      <dsp:nvSpPr>
        <dsp:cNvPr id="0" name=""/>
        <dsp:cNvSpPr/>
      </dsp:nvSpPr>
      <dsp:spPr>
        <a:xfrm>
          <a:off x="1038650" y="0"/>
          <a:ext cx="2439823" cy="2066544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762B7-6F82-496E-A1B2-E7E09CEB8066}">
      <dsp:nvSpPr>
        <dsp:cNvPr id="0" name=""/>
        <dsp:cNvSpPr/>
      </dsp:nvSpPr>
      <dsp:spPr>
        <a:xfrm>
          <a:off x="2196896" y="207764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Vendors</a:t>
          </a:r>
          <a:endParaRPr lang="en-IN" sz="1000" kern="1200" dirty="0"/>
        </a:p>
      </dsp:txBody>
      <dsp:txXfrm>
        <a:off x="2208836" y="219704"/>
        <a:ext cx="1319373" cy="220714"/>
      </dsp:txXfrm>
    </dsp:sp>
    <dsp:sp modelId="{8808E240-A211-4961-B287-D897B18564FB}">
      <dsp:nvSpPr>
        <dsp:cNvPr id="0" name=""/>
        <dsp:cNvSpPr/>
      </dsp:nvSpPr>
      <dsp:spPr>
        <a:xfrm>
          <a:off x="2196896" y="482933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Platform </a:t>
          </a:r>
        </a:p>
      </dsp:txBody>
      <dsp:txXfrm>
        <a:off x="2208836" y="494873"/>
        <a:ext cx="1319373" cy="220714"/>
      </dsp:txXfrm>
    </dsp:sp>
    <dsp:sp modelId="{D63BC91D-31E4-4351-9D99-15CCD3A1B893}">
      <dsp:nvSpPr>
        <dsp:cNvPr id="0" name=""/>
        <dsp:cNvSpPr/>
      </dsp:nvSpPr>
      <dsp:spPr>
        <a:xfrm>
          <a:off x="2196896" y="758102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Customers</a:t>
          </a:r>
        </a:p>
      </dsp:txBody>
      <dsp:txXfrm>
        <a:off x="2208836" y="770042"/>
        <a:ext cx="1319373" cy="220714"/>
      </dsp:txXfrm>
    </dsp:sp>
    <dsp:sp modelId="{7DB9C9FC-0D67-43A9-95E9-F5EEA84EA230}">
      <dsp:nvSpPr>
        <dsp:cNvPr id="0" name=""/>
        <dsp:cNvSpPr/>
      </dsp:nvSpPr>
      <dsp:spPr>
        <a:xfrm>
          <a:off x="2196896" y="1033272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Orders</a:t>
          </a:r>
        </a:p>
      </dsp:txBody>
      <dsp:txXfrm>
        <a:off x="2208836" y="1045212"/>
        <a:ext cx="1319373" cy="220714"/>
      </dsp:txXfrm>
    </dsp:sp>
    <dsp:sp modelId="{99EF58A7-A3F1-4423-A2D3-D3FBE48DB2DF}">
      <dsp:nvSpPr>
        <dsp:cNvPr id="0" name=""/>
        <dsp:cNvSpPr/>
      </dsp:nvSpPr>
      <dsp:spPr>
        <a:xfrm>
          <a:off x="2196896" y="1308441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Revenue</a:t>
          </a:r>
        </a:p>
      </dsp:txBody>
      <dsp:txXfrm>
        <a:off x="2208836" y="1320381"/>
        <a:ext cx="1319373" cy="220714"/>
      </dsp:txXfrm>
    </dsp:sp>
    <dsp:sp modelId="{99FBCA2E-CEB3-4708-8CAC-A9442685EF2E}">
      <dsp:nvSpPr>
        <dsp:cNvPr id="0" name=""/>
        <dsp:cNvSpPr/>
      </dsp:nvSpPr>
      <dsp:spPr>
        <a:xfrm>
          <a:off x="2196896" y="1583610"/>
          <a:ext cx="1343253" cy="244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Vendors</a:t>
          </a:r>
          <a:endParaRPr lang="en-IN" sz="1000" kern="1200" dirty="0"/>
        </a:p>
      </dsp:txBody>
      <dsp:txXfrm>
        <a:off x="2208836" y="1595550"/>
        <a:ext cx="1319373" cy="220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chart" Target="../charts/chart1.xml"/><Relationship Id="rId10" Type="http://schemas.microsoft.com/office/2007/relationships/diagramDrawing" Target="../diagrams/drawing2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19117" y="1698030"/>
            <a:ext cx="9953766" cy="64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 dirty="0"/>
              <a:t>Basic Details of the Team and Problem Statement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675848" y="2647767"/>
            <a:ext cx="10840303" cy="3570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Title:  </a:t>
            </a:r>
            <a:r>
              <a:rPr lang="en-IN" sz="2000" dirty="0"/>
              <a:t>Vendor Digital Presence 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Franklin Gothic"/>
                <a:cs typeface="Franklin Gothic"/>
                <a:sym typeface="Franklin Gothic"/>
              </a:rPr>
              <a:t>Dev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Franklin Gothic"/>
                <a:cs typeface="Franklin Gothic"/>
                <a:sym typeface="Franklin Gothic"/>
              </a:rPr>
              <a:t>Scripters</a:t>
            </a:r>
            <a:endParaRPr sz="2000" i="0" u="none" strike="noStrike" cap="none" dirty="0">
              <a:solidFill>
                <a:schemeClr val="dk1"/>
              </a:solidFill>
              <a:latin typeface="+mj-lt"/>
              <a:ea typeface="Franklin Gothic"/>
              <a:cs typeface="Franklin Gothic"/>
              <a:sym typeface="Franklin Gothic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Name: </a:t>
            </a:r>
            <a:r>
              <a:rPr lang="en-US" sz="2000" dirty="0">
                <a:solidFill>
                  <a:schemeClr val="dk1"/>
                </a:solidFill>
                <a:latin typeface="+mj-lt"/>
                <a:ea typeface="Franklin Gothic"/>
                <a:cs typeface="Franklin Gothic"/>
                <a:sym typeface="Franklin Gothic"/>
              </a:rPr>
              <a:t>Sapan Desai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+mj-lt"/>
                <a:ea typeface="Franklin Gothic"/>
                <a:cs typeface="Franklin Gothic"/>
                <a:sym typeface="Franklin Gothic"/>
              </a:rPr>
              <a:t> </a:t>
            </a:r>
            <a:endParaRPr sz="2000" i="0" u="none" strike="noStrike" cap="none" dirty="0">
              <a:solidFill>
                <a:schemeClr val="dk1"/>
              </a:solidFill>
              <a:latin typeface="+mj-lt"/>
              <a:ea typeface="Franklin Gothic"/>
              <a:cs typeface="Franklin Gothic"/>
              <a:sym typeface="Franklin Gothic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b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Name: </a:t>
            </a:r>
            <a:r>
              <a:rPr lang="en-IN" sz="2000" dirty="0" err="1"/>
              <a:t>Smt.Chandaben</a:t>
            </a:r>
            <a:r>
              <a:rPr lang="en-IN" sz="2000" dirty="0"/>
              <a:t> </a:t>
            </a:r>
            <a:r>
              <a:rPr lang="en-IN" sz="2000" dirty="0" err="1"/>
              <a:t>Mohanbhai</a:t>
            </a:r>
            <a:r>
              <a:rPr lang="en-IN" sz="2000" dirty="0"/>
              <a:t> Patel Institute of computer application , CHARUSAT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lang="en-US" dirty="0">
              <a:ea typeface="Franklin Gothic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lt2"/>
              </a:buClr>
              <a:buSzPts val="1800"/>
            </a:pPr>
            <a:r>
              <a:rPr lang="en-US" sz="20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Track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Name: </a:t>
            </a:r>
            <a:r>
              <a:rPr lang="en-IN" sz="2000" dirty="0"/>
              <a:t>Track - 2 (Web 2.0)</a:t>
            </a:r>
            <a:endParaRPr sz="2000" b="0" i="0" u="none" strike="noStrike" cap="none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90" name="Google Shape;90;p1" title="Frame 90.png"/>
          <p:cNvPicPr preferRelativeResize="0"/>
          <p:nvPr/>
        </p:nvPicPr>
        <p:blipFill rotWithShape="1">
          <a:blip r:embed="rId3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971550" y="6482348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497850" y="451225"/>
            <a:ext cx="4911699" cy="96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6">
            <a:extLst>
              <a:ext uri="{FF2B5EF4-FFF2-40B4-BE49-F238E27FC236}">
                <a16:creationId xmlns:a16="http://schemas.microsoft.com/office/drawing/2014/main" id="{B48A3994-7D94-30A1-6582-AA4D9DBC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03" y="2328078"/>
            <a:ext cx="486241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digital storefront for street vendors &amp; micro-sellers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vendors to create online shops in minutes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geo-based vendor discovery for nearby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UPI payments and Cash-on-Delivery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on low-end smartphones and supports multiple languages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263A25-2740-F9B0-452B-0518C13A20B2}"/>
              </a:ext>
            </a:extLst>
          </p:cNvPr>
          <p:cNvSpPr txBox="1"/>
          <p:nvPr/>
        </p:nvSpPr>
        <p:spPr>
          <a:xfrm>
            <a:off x="400050" y="1546316"/>
            <a:ext cx="6451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Solution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370771-706A-CA2E-DCF5-A7C34936A795}"/>
              </a:ext>
            </a:extLst>
          </p:cNvPr>
          <p:cNvSpPr txBox="1"/>
          <p:nvPr/>
        </p:nvSpPr>
        <p:spPr>
          <a:xfrm>
            <a:off x="5299602" y="1546316"/>
            <a:ext cx="6405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Process Flow</a:t>
            </a:r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5FA5C921-CF16-D569-6F0B-04A9C0E88D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637579"/>
              </p:ext>
            </p:extLst>
          </p:nvPr>
        </p:nvGraphicFramePr>
        <p:xfrm>
          <a:off x="4190263" y="2618277"/>
          <a:ext cx="5001334" cy="3354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BAA5A7-15A5-A8B8-C5B3-40C073E07BF4}"/>
              </a:ext>
            </a:extLst>
          </p:cNvPr>
          <p:cNvSpPr txBox="1"/>
          <p:nvPr/>
        </p:nvSpPr>
        <p:spPr>
          <a:xfrm>
            <a:off x="8589264" y="1546316"/>
            <a:ext cx="7333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Technology</a:t>
            </a:r>
            <a:r>
              <a:rPr lang="en-IN" sz="2000" b="1" u="sng" dirty="0"/>
              <a:t> </a:t>
            </a:r>
            <a:r>
              <a:rPr lang="en-IN" sz="2800" b="1" u="sng" dirty="0"/>
              <a:t>Stack</a:t>
            </a:r>
          </a:p>
        </p:txBody>
      </p:sp>
      <p:sp>
        <p:nvSpPr>
          <p:cNvPr id="41" name="Rectangle 18">
            <a:extLst>
              <a:ext uri="{FF2B5EF4-FFF2-40B4-BE49-F238E27FC236}">
                <a16:creationId xmlns:a16="http://schemas.microsoft.com/office/drawing/2014/main" id="{A01FB764-73AC-C214-F0DE-4A844756B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9264" y="2629260"/>
            <a:ext cx="349690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with Express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Maps: </a:t>
            </a:r>
            <a:r>
              <a:rPr lang="en-IN" sz="2400" dirty="0"/>
              <a:t>OpenStreetMap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UPI Gateway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Razorpay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Hosting: </a:t>
            </a:r>
            <a:r>
              <a:rPr lang="en-IN" sz="2400" dirty="0"/>
              <a:t>GitHub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92867A-EE04-4098-B718-DA8E561B9AA8}"/>
              </a:ext>
            </a:extLst>
          </p:cNvPr>
          <p:cNvSpPr txBox="1"/>
          <p:nvPr/>
        </p:nvSpPr>
        <p:spPr>
          <a:xfrm>
            <a:off x="1166544" y="135487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Use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2BAB28-C4FE-E045-E073-7582D296C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50" y="2088199"/>
            <a:ext cx="428253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Street food vendors listing daily menus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grocery stores offering home delivery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service providers (tailors, electricians, etc.)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Event-based vendors increasing seasonal visibility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vendors reaching nearby urban customers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FD624-4446-3299-0213-9A5C41C6FD87}"/>
              </a:ext>
            </a:extLst>
          </p:cNvPr>
          <p:cNvSpPr txBox="1"/>
          <p:nvPr/>
        </p:nvSpPr>
        <p:spPr>
          <a:xfrm>
            <a:off x="5350858" y="135487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Dependencies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F66C21A-85A2-F5E7-D3B4-3C12FD2A0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789" y="3164276"/>
            <a:ext cx="27949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18B781-E7CE-87EB-B76E-B0E3ADDF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0088" y="2088199"/>
            <a:ext cx="398342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Dependence on stable internet connectivity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map accuracy in rural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 (OpenStreetMap coverage)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failures due to UPI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downtime or bank issues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unfamiliar with digital payments or online ordering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79C9E-7775-5E18-7D4B-A622AD48A37D}"/>
              </a:ext>
            </a:extLst>
          </p:cNvPr>
          <p:cNvSpPr txBox="1"/>
          <p:nvPr/>
        </p:nvSpPr>
        <p:spPr>
          <a:xfrm>
            <a:off x="9850374" y="135487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Mitigation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C8A969F-0F35-9CEC-321A-4EEB39305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5617" y="2088198"/>
            <a:ext cx="325327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Offline-first UI with local data caching and retry sync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manual location pin adjustment for vendors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Fallback to Cash-on-Delivery if UPI fails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onboarding and guided UI for first-time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288" y="298817"/>
            <a:ext cx="3344271" cy="739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 title="Frame 90.png"/>
          <p:cNvPicPr preferRelativeResize="0"/>
          <p:nvPr/>
        </p:nvPicPr>
        <p:blipFill rotWithShape="1">
          <a:blip r:embed="rId4">
            <a:alphaModFix/>
          </a:blip>
          <a:srcRect l="-40" r="-766"/>
          <a:stretch/>
        </p:blipFill>
        <p:spPr>
          <a:xfrm>
            <a:off x="345450" y="298825"/>
            <a:ext cx="4911699" cy="969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123656F-0F57-7702-AE2B-EDAD65EF79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008188"/>
              </p:ext>
            </p:extLst>
          </p:nvPr>
        </p:nvGraphicFramePr>
        <p:xfrm>
          <a:off x="3136392" y="1967068"/>
          <a:ext cx="3579510" cy="2586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8030C0-9EEE-9371-1BE7-E977E7761D01}"/>
              </a:ext>
            </a:extLst>
          </p:cNvPr>
          <p:cNvSpPr txBox="1"/>
          <p:nvPr/>
        </p:nvSpPr>
        <p:spPr>
          <a:xfrm>
            <a:off x="95267" y="1444399"/>
            <a:ext cx="609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Business Potential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4E4E370-E918-C741-9510-9F665EBE3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967619"/>
            <a:ext cx="3337560" cy="4890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Hyperlocal commerce market growing rapidly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Monetization via: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storefront features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Logistics partnerships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Advertising local promotions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across cities and vendor categories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47A25-2C13-251E-2658-486A32DD01F5}"/>
              </a:ext>
            </a:extLst>
          </p:cNvPr>
          <p:cNvSpPr txBox="1"/>
          <p:nvPr/>
        </p:nvSpPr>
        <p:spPr>
          <a:xfrm>
            <a:off x="6955968" y="1038185"/>
            <a:ext cx="5140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Social &amp; Economic Impact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3D186DC-D815-2500-E614-C676C9CD7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5968" y="1662114"/>
            <a:ext cx="528934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vendor visibility by 3×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Boosts income by 20–40%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dependency on physical footfall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digital inclusion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F9CAA0-0538-E5F9-D97F-2E3270A39A7E}"/>
              </a:ext>
            </a:extLst>
          </p:cNvPr>
          <p:cNvSpPr txBox="1"/>
          <p:nvPr/>
        </p:nvSpPr>
        <p:spPr>
          <a:xfrm>
            <a:off x="7373731" y="360110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Uniqueness / Novelty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9FD0BCC-E889-CF00-741D-134909247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902" y="4147721"/>
            <a:ext cx="60251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specifically for micro-scale vendors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Zero-cost, low-learning solution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even on low-end phones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discovery + storefront + payment in one platform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FA98349B-26C4-8529-E688-03F8CE152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8902" y="1340545"/>
            <a:ext cx="13441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80955E-7379-9A02-7FE1-1B67940C8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330125"/>
              </p:ext>
            </p:extLst>
          </p:nvPr>
        </p:nvGraphicFramePr>
        <p:xfrm>
          <a:off x="2614563" y="4764024"/>
          <a:ext cx="4517135" cy="206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328</Words>
  <Application>Microsoft Office PowerPoint</Application>
  <PresentationFormat>Widescreen</PresentationFormat>
  <Paragraphs>73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</vt:lpstr>
      <vt:lpstr>Franklin Gothic</vt:lpstr>
      <vt:lpstr>Wingdings</vt:lpstr>
      <vt:lpstr>Office Theme</vt:lpstr>
      <vt:lpstr>Basic Details of the Team and Problem Statement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Ishita Theba</dc:creator>
  <cp:lastModifiedBy>Sapan Desai</cp:lastModifiedBy>
  <cp:revision>9</cp:revision>
  <dcterms:created xsi:type="dcterms:W3CDTF">2020-10-07T10:42:16Z</dcterms:created>
  <dcterms:modified xsi:type="dcterms:W3CDTF">2025-12-28T07:28:09Z</dcterms:modified>
</cp:coreProperties>
</file>